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7"/>
  </p:notesMasterIdLst>
  <p:sldIdLst>
    <p:sldId id="256" r:id="rId5"/>
    <p:sldId id="257" r:id="rId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CDD"/>
          </a:solidFill>
        </a:fill>
      </a:tcStyle>
    </a:wholeTbl>
    <a:band2H>
      <a:tcTxStyle/>
      <a:tcStyle>
        <a:tcBdr/>
        <a:fill>
          <a:solidFill>
            <a:srgbClr val="E6F6EF"/>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8471"/>
    <p:restoredTop sz="94690"/>
  </p:normalViewPr>
  <p:slideViewPr>
    <p:cSldViewPr snapToGrid="0">
      <p:cViewPr>
        <p:scale>
          <a:sx n="140" d="100"/>
          <a:sy n="140" d="100"/>
        </p:scale>
        <p:origin x="152" y="-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3" name="Shape 63"/>
          <p:cNvSpPr>
            <a:spLocks noGrp="1" noRot="1" noChangeAspect="1"/>
          </p:cNvSpPr>
          <p:nvPr>
            <p:ph type="sldImg"/>
          </p:nvPr>
        </p:nvSpPr>
        <p:spPr>
          <a:xfrm>
            <a:off x="1143000" y="685800"/>
            <a:ext cx="4572000" cy="3429000"/>
          </a:xfrm>
          <a:prstGeom prst="rect">
            <a:avLst/>
          </a:prstGeom>
        </p:spPr>
        <p:txBody>
          <a:bodyPr/>
          <a:lstStyle/>
          <a:p>
            <a:endParaRPr/>
          </a:p>
        </p:txBody>
      </p:sp>
      <p:sp>
        <p:nvSpPr>
          <p:cNvPr id="64" name="Shape 6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Times Roman"/>
      </a:defRPr>
    </a:lvl1pPr>
    <a:lvl2pPr indent="228600" latinLnBrk="0">
      <a:spcBef>
        <a:spcPts val="400"/>
      </a:spcBef>
      <a:defRPr sz="1200">
        <a:latin typeface="+mn-lt"/>
        <a:ea typeface="+mn-ea"/>
        <a:cs typeface="+mn-cs"/>
        <a:sym typeface="Times Roman"/>
      </a:defRPr>
    </a:lvl2pPr>
    <a:lvl3pPr indent="457200" latinLnBrk="0">
      <a:spcBef>
        <a:spcPts val="400"/>
      </a:spcBef>
      <a:defRPr sz="1200">
        <a:latin typeface="+mn-lt"/>
        <a:ea typeface="+mn-ea"/>
        <a:cs typeface="+mn-cs"/>
        <a:sym typeface="Times Roman"/>
      </a:defRPr>
    </a:lvl3pPr>
    <a:lvl4pPr indent="685800" latinLnBrk="0">
      <a:spcBef>
        <a:spcPts val="400"/>
      </a:spcBef>
      <a:defRPr sz="1200">
        <a:latin typeface="+mn-lt"/>
        <a:ea typeface="+mn-ea"/>
        <a:cs typeface="+mn-cs"/>
        <a:sym typeface="Times Roman"/>
      </a:defRPr>
    </a:lvl4pPr>
    <a:lvl5pPr indent="914400" latinLnBrk="0">
      <a:spcBef>
        <a:spcPts val="400"/>
      </a:spcBef>
      <a:defRPr sz="1200">
        <a:latin typeface="+mn-lt"/>
        <a:ea typeface="+mn-ea"/>
        <a:cs typeface="+mn-cs"/>
        <a:sym typeface="Times Roman"/>
      </a:defRPr>
    </a:lvl5pPr>
    <a:lvl6pPr indent="1143000" latinLnBrk="0">
      <a:spcBef>
        <a:spcPts val="400"/>
      </a:spcBef>
      <a:defRPr sz="1200">
        <a:latin typeface="+mn-lt"/>
        <a:ea typeface="+mn-ea"/>
        <a:cs typeface="+mn-cs"/>
        <a:sym typeface="Times Roman"/>
      </a:defRPr>
    </a:lvl6pPr>
    <a:lvl7pPr indent="1371600" latinLnBrk="0">
      <a:spcBef>
        <a:spcPts val="400"/>
      </a:spcBef>
      <a:defRPr sz="1200">
        <a:latin typeface="+mn-lt"/>
        <a:ea typeface="+mn-ea"/>
        <a:cs typeface="+mn-cs"/>
        <a:sym typeface="Times Roman"/>
      </a:defRPr>
    </a:lvl7pPr>
    <a:lvl8pPr indent="1600200" latinLnBrk="0">
      <a:spcBef>
        <a:spcPts val="400"/>
      </a:spcBef>
      <a:defRPr sz="1200">
        <a:latin typeface="+mn-lt"/>
        <a:ea typeface="+mn-ea"/>
        <a:cs typeface="+mn-cs"/>
        <a:sym typeface="Times Roman"/>
      </a:defRPr>
    </a:lvl8pPr>
    <a:lvl9pPr indent="1828800" latinLnBrk="0">
      <a:spcBef>
        <a:spcPts val="400"/>
      </a:spcBef>
      <a:defRPr sz="1200">
        <a:latin typeface="+mn-lt"/>
        <a:ea typeface="+mn-ea"/>
        <a:cs typeface="+mn-cs"/>
        <a:sym typeface="Times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26" name="5-7 September, 2023"/>
          <p:cNvSpPr txBox="1"/>
          <p:nvPr/>
        </p:nvSpPr>
        <p:spPr>
          <a:xfrm>
            <a:off x="9531032" y="6459537"/>
            <a:ext cx="2575561" cy="2888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400">
                <a:solidFill>
                  <a:srgbClr val="FFFFFF"/>
                </a:solidFill>
              </a:defRPr>
            </a:lvl1pPr>
          </a:lstStyle>
          <a:p>
            <a:r>
              <a:t>19-22 November, 2026</a:t>
            </a:r>
          </a:p>
        </p:txBody>
      </p:sp>
      <p:sp>
        <p:nvSpPr>
          <p:cNvPr id="27" name="I3DA Conference"/>
          <p:cNvSpPr txBox="1"/>
          <p:nvPr/>
        </p:nvSpPr>
        <p:spPr>
          <a:xfrm>
            <a:off x="6751319" y="6467475"/>
            <a:ext cx="3151824" cy="2888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400">
                <a:solidFill>
                  <a:srgbClr val="FFFFFF"/>
                </a:solidFill>
              </a:defRPr>
            </a:lvl1pPr>
          </a:lstStyle>
          <a:p>
            <a:r>
              <a:t>I3DA Conference</a:t>
            </a:r>
          </a:p>
        </p:txBody>
      </p:sp>
      <p:sp>
        <p:nvSpPr>
          <p:cNvPr id="34" name="Slide Number"/>
          <p:cNvSpPr txBox="1">
            <a:spLocks noGrp="1"/>
          </p:cNvSpPr>
          <p:nvPr>
            <p:ph type="sldNum" sz="quarter" idx="2"/>
          </p:nvPr>
        </p:nvSpPr>
        <p:spPr>
          <a:xfrm>
            <a:off x="10317162" y="152400"/>
            <a:ext cx="358414" cy="350662"/>
          </a:xfrm>
          <a:prstGeom prst="rect">
            <a:avLst/>
          </a:prstGeom>
        </p:spPr>
        <p:txBody>
          <a:bodyPr anchor="t"/>
          <a:lstStyle>
            <a:lvl1pPr algn="l">
              <a:defRPr sz="1800"/>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41" name="5-7 September, 2023"/>
          <p:cNvSpPr txBox="1"/>
          <p:nvPr/>
        </p:nvSpPr>
        <p:spPr>
          <a:xfrm>
            <a:off x="9531032" y="6459537"/>
            <a:ext cx="2575561" cy="2888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400">
                <a:solidFill>
                  <a:srgbClr val="FFFFFF"/>
                </a:solidFill>
              </a:defRPr>
            </a:lvl1pPr>
          </a:lstStyle>
          <a:p>
            <a:r>
              <a:t>19-22 November, 2026</a:t>
            </a:r>
          </a:p>
        </p:txBody>
      </p:sp>
      <p:sp>
        <p:nvSpPr>
          <p:cNvPr id="42" name="I3DA Conference"/>
          <p:cNvSpPr txBox="1"/>
          <p:nvPr/>
        </p:nvSpPr>
        <p:spPr>
          <a:xfrm>
            <a:off x="6751319" y="6467475"/>
            <a:ext cx="3151824" cy="2888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400">
                <a:solidFill>
                  <a:srgbClr val="FFFFFF"/>
                </a:solidFill>
              </a:defRPr>
            </a:lvl1pPr>
          </a:lstStyle>
          <a:p>
            <a:r>
              <a:t>I3DA Conference</a:t>
            </a:r>
          </a:p>
        </p:txBody>
      </p:sp>
      <p:sp>
        <p:nvSpPr>
          <p:cNvPr id="43" name="Slide Number"/>
          <p:cNvSpPr txBox="1">
            <a:spLocks noGrp="1"/>
          </p:cNvSpPr>
          <p:nvPr>
            <p:ph type="sldNum" sz="quarter" idx="2"/>
          </p:nvPr>
        </p:nvSpPr>
        <p:spPr>
          <a:xfrm>
            <a:off x="10317162" y="152400"/>
            <a:ext cx="358414" cy="350662"/>
          </a:xfrm>
          <a:prstGeom prst="rect">
            <a:avLst/>
          </a:prstGeom>
        </p:spPr>
        <p:txBody>
          <a:bodyPr anchor="t"/>
          <a:lstStyle>
            <a:lvl1pPr algn="l">
              <a:defRPr sz="1800"/>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pic>
        <p:nvPicPr>
          <p:cNvPr id="50" name="up" descr="up"/>
          <p:cNvPicPr>
            <a:picLocks noChangeAspect="1"/>
          </p:cNvPicPr>
          <p:nvPr/>
        </p:nvPicPr>
        <p:blipFill>
          <a:blip r:embed="rId2"/>
          <a:stretch>
            <a:fillRect/>
          </a:stretch>
        </p:blipFill>
        <p:spPr>
          <a:xfrm>
            <a:off x="0" y="-34925"/>
            <a:ext cx="12192000" cy="858838"/>
          </a:xfrm>
          <a:prstGeom prst="rect">
            <a:avLst/>
          </a:prstGeom>
          <a:ln w="12700">
            <a:miter lim="400000"/>
          </a:ln>
        </p:spPr>
      </p:pic>
      <p:sp>
        <p:nvSpPr>
          <p:cNvPr id="51" name="Slide Number"/>
          <p:cNvSpPr txBox="1">
            <a:spLocks noGrp="1"/>
          </p:cNvSpPr>
          <p:nvPr>
            <p:ph type="sldNum" sz="quarter" idx="2"/>
          </p:nvPr>
        </p:nvSpPr>
        <p:spPr>
          <a:xfrm>
            <a:off x="10317162" y="152400"/>
            <a:ext cx="358414" cy="350662"/>
          </a:xfrm>
          <a:prstGeom prst="rect">
            <a:avLst/>
          </a:prstGeom>
        </p:spPr>
        <p:txBody>
          <a:bodyPr anchor="t"/>
          <a:lstStyle>
            <a:lvl1pPr algn="l">
              <a:defRPr sz="1800"/>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3" Type="http://schemas.openxmlformats.org/officeDocument/2006/relationships/slideLayout" Target="../slideLayouts/slideLayout3.xml"/><Relationship Id="rId7" Type="http://schemas.openxmlformats.org/officeDocument/2006/relationships/image" Target="../media/image2.png"/><Relationship Id="rId12" Type="http://schemas.openxmlformats.org/officeDocument/2006/relationships/image" Target="../media/image7.png"/><Relationship Id="rId17" Type="http://schemas.openxmlformats.org/officeDocument/2006/relationships/image" Target="../media/image12.png"/><Relationship Id="rId2" Type="http://schemas.openxmlformats.org/officeDocument/2006/relationships/slideLayout" Target="../slideLayouts/slideLayout2.xml"/><Relationship Id="rId16"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6.png"/><Relationship Id="rId5" Type="http://schemas.openxmlformats.org/officeDocument/2006/relationships/theme" Target="../theme/theme1.xml"/><Relationship Id="rId15" Type="http://schemas.openxmlformats.org/officeDocument/2006/relationships/image" Target="../media/image10.png"/><Relationship Id="rId10"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image" Target="../media/image4.png"/><Relationship Id="rId14" Type="http://schemas.openxmlformats.org/officeDocument/2006/relationships/image" Target="../media/image9.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03" name="Footer band"/>
          <p:cNvSpPr/>
          <p:nvPr userDrawn="1"/>
        </p:nvSpPr>
        <p:spPr>
          <a:xfrm>
            <a:off x="0" y="6070829"/>
            <a:ext cx="12192000" cy="787171"/>
          </a:xfrm>
          <a:prstGeom prst="rect">
            <a:avLst/>
          </a:prstGeom>
          <a:solidFill>
            <a:srgbClr val="F0F0F0"/>
          </a:solidFill>
          <a:ln w="9525">
            <a:solidFill>
              <a:srgbClr val="000000"/>
            </a:solidFill>
          </a:ln>
        </p:spPr>
        <p:txBody>
          <a:bodyPr/>
          <a:lstStyle/>
          <a:p>
            <a:endParaRPr lang="en-GB"/>
          </a:p>
        </p:txBody>
      </p:sp>
      <p:pic>
        <p:nvPicPr>
          <p:cNvPr id="9004" name="Apple" descr="Apple logo"/>
          <p:cNvPicPr>
            <a:picLocks noChangeAspect="1"/>
          </p:cNvPicPr>
          <p:nvPr userDrawn="1"/>
        </p:nvPicPr>
        <p:blipFill>
          <a:blip r:embed="rId6"/>
          <a:srcRect/>
          <a:stretch>
            <a:fillRect/>
          </a:stretch>
        </p:blipFill>
        <p:spPr>
          <a:xfrm>
            <a:off x="9518466" y="6322692"/>
            <a:ext cx="246456" cy="302054"/>
          </a:xfrm>
          <a:prstGeom prst="rect">
            <a:avLst/>
          </a:prstGeom>
        </p:spPr>
      </p:pic>
      <p:pic>
        <p:nvPicPr>
          <p:cNvPr id="9005" name="media care" descr="media care logo"/>
          <p:cNvPicPr>
            <a:picLocks noChangeAspect="1"/>
          </p:cNvPicPr>
          <p:nvPr userDrawn="1"/>
        </p:nvPicPr>
        <p:blipFill>
          <a:blip r:embed="rId7"/>
          <a:srcRect/>
          <a:stretch>
            <a:fillRect/>
          </a:stretch>
        </p:blipFill>
        <p:spPr>
          <a:xfrm>
            <a:off x="10222919" y="6171881"/>
            <a:ext cx="713945" cy="612829"/>
          </a:xfrm>
          <a:prstGeom prst="rect">
            <a:avLst/>
          </a:prstGeom>
        </p:spPr>
      </p:pic>
      <p:pic>
        <p:nvPicPr>
          <p:cNvPr id="9006" name="mh acoustics" descr="mh acoustics logo"/>
          <p:cNvPicPr>
            <a:picLocks noChangeAspect="1"/>
          </p:cNvPicPr>
          <p:nvPr userDrawn="1"/>
        </p:nvPicPr>
        <p:blipFill>
          <a:blip r:embed="rId8"/>
          <a:srcRect/>
          <a:stretch>
            <a:fillRect/>
          </a:stretch>
        </p:blipFill>
        <p:spPr>
          <a:xfrm>
            <a:off x="11266378" y="6159732"/>
            <a:ext cx="723099" cy="573056"/>
          </a:xfrm>
          <a:prstGeom prst="rect">
            <a:avLst/>
          </a:prstGeom>
        </p:spPr>
      </p:pic>
      <p:pic>
        <p:nvPicPr>
          <p:cNvPr id="9007" name="United Planet / ECOSOC" descr="United Planet / ECOSOC logo"/>
          <p:cNvPicPr>
            <a:picLocks noChangeAspect="1"/>
          </p:cNvPicPr>
          <p:nvPr userDrawn="1"/>
        </p:nvPicPr>
        <p:blipFill>
          <a:blip r:embed="rId9"/>
          <a:srcRect/>
          <a:stretch>
            <a:fillRect/>
          </a:stretch>
        </p:blipFill>
        <p:spPr>
          <a:xfrm>
            <a:off x="214135" y="6127911"/>
            <a:ext cx="1123964" cy="664771"/>
          </a:xfrm>
          <a:prstGeom prst="rect">
            <a:avLst/>
          </a:prstGeom>
        </p:spPr>
      </p:pic>
      <p:pic>
        <p:nvPicPr>
          <p:cNvPr id="9008" name="Fondazione Ugo e Olga Levi" descr="Fondazione Ugo e Olga Levi logo"/>
          <p:cNvPicPr>
            <a:picLocks noChangeAspect="1"/>
          </p:cNvPicPr>
          <p:nvPr userDrawn="1"/>
        </p:nvPicPr>
        <p:blipFill>
          <a:blip r:embed="rId10"/>
          <a:srcRect/>
          <a:stretch>
            <a:fillRect/>
          </a:stretch>
        </p:blipFill>
        <p:spPr>
          <a:xfrm>
            <a:off x="2391011" y="6217920"/>
            <a:ext cx="1729945" cy="475892"/>
          </a:xfrm>
          <a:prstGeom prst="rect">
            <a:avLst/>
          </a:prstGeom>
        </p:spPr>
      </p:pic>
      <p:pic>
        <p:nvPicPr>
          <p:cNvPr id="9009" name="University of Warwick" descr="University of Warwick logo"/>
          <p:cNvPicPr>
            <a:picLocks noChangeAspect="1"/>
          </p:cNvPicPr>
          <p:nvPr userDrawn="1"/>
        </p:nvPicPr>
        <p:blipFill>
          <a:blip r:embed="rId11"/>
          <a:srcRect/>
          <a:stretch>
            <a:fillRect/>
          </a:stretch>
        </p:blipFill>
        <p:spPr>
          <a:xfrm>
            <a:off x="4248434" y="6272216"/>
            <a:ext cx="1438109" cy="430198"/>
          </a:xfrm>
          <a:prstGeom prst="rect">
            <a:avLst/>
          </a:prstGeom>
        </p:spPr>
      </p:pic>
      <p:pic>
        <p:nvPicPr>
          <p:cNvPr id="9010" name="Citta di Venezia" descr="Citta di Venezia logo"/>
          <p:cNvPicPr>
            <a:picLocks noChangeAspect="1"/>
          </p:cNvPicPr>
          <p:nvPr userDrawn="1"/>
        </p:nvPicPr>
        <p:blipFill>
          <a:blip r:embed="rId12"/>
          <a:srcRect/>
          <a:stretch>
            <a:fillRect/>
          </a:stretch>
        </p:blipFill>
        <p:spPr>
          <a:xfrm>
            <a:off x="1682348" y="6128927"/>
            <a:ext cx="338666" cy="644028"/>
          </a:xfrm>
          <a:prstGeom prst="rect">
            <a:avLst/>
          </a:prstGeom>
        </p:spPr>
      </p:pic>
      <p:pic>
        <p:nvPicPr>
          <p:cNvPr id="9011" name="Associazione Italiana di Acustica" descr="Associazione Italiana di Acustica logo"/>
          <p:cNvPicPr>
            <a:picLocks noChangeAspect="1"/>
          </p:cNvPicPr>
          <p:nvPr userDrawn="1"/>
        </p:nvPicPr>
        <p:blipFill>
          <a:blip r:embed="rId13"/>
          <a:srcRect/>
          <a:stretch>
            <a:fillRect/>
          </a:stretch>
        </p:blipFill>
        <p:spPr>
          <a:xfrm>
            <a:off x="8414568" y="6169182"/>
            <a:ext cx="567495" cy="582203"/>
          </a:xfrm>
          <a:prstGeom prst="rect">
            <a:avLst/>
          </a:prstGeom>
        </p:spPr>
      </p:pic>
      <p:pic>
        <p:nvPicPr>
          <p:cNvPr id="9012" name="AES Italia" descr="AES Italia logo"/>
          <p:cNvPicPr>
            <a:picLocks noChangeAspect="1"/>
          </p:cNvPicPr>
          <p:nvPr userDrawn="1"/>
        </p:nvPicPr>
        <p:blipFill>
          <a:blip>
            <a:extLst>
              <a:ext uri="{96DAC541-7B7A-43D3-8B79-37D633B846F1}">
                <asvg:svgBlip xmlns:asvg="http://schemas.microsoft.com/office/drawing/2016/SVG/main" r:embed="rId14"/>
              </a:ext>
            </a:extLst>
          </a:blip>
          <a:srcRect l="6440" t="6366" r="6480" b="6366"/>
          <a:stretch>
            <a:fillRect/>
          </a:stretch>
        </p:blipFill>
        <p:spPr>
          <a:xfrm>
            <a:off x="7014097" y="6276463"/>
            <a:ext cx="1217369" cy="421631"/>
          </a:xfrm>
          <a:prstGeom prst="rect">
            <a:avLst/>
          </a:prstGeom>
        </p:spPr>
      </p:pic>
      <p:pic>
        <p:nvPicPr>
          <p:cNvPr id="9013" name="Universita di Bologna" descr="Universita di Bologna logo"/>
          <p:cNvPicPr>
            <a:picLocks noChangeAspect="1"/>
          </p:cNvPicPr>
          <p:nvPr userDrawn="1"/>
        </p:nvPicPr>
        <p:blipFill>
          <a:blip r:embed="rId15"/>
          <a:srcRect/>
          <a:stretch>
            <a:fillRect/>
          </a:stretch>
        </p:blipFill>
        <p:spPr>
          <a:xfrm>
            <a:off x="6038812" y="6108303"/>
            <a:ext cx="704792" cy="703564"/>
          </a:xfrm>
          <a:prstGeom prst="rect">
            <a:avLst/>
          </a:prstGeom>
        </p:spPr>
      </p:pic>
      <p:pic>
        <p:nvPicPr>
          <p:cNvPr id="9001" name="I3DA 2026" descr="I3DA 2026 logo"/>
          <p:cNvPicPr>
            <a:picLocks noChangeAspect="1"/>
          </p:cNvPicPr>
          <p:nvPr userDrawn="1"/>
        </p:nvPicPr>
        <p:blipFill>
          <a:blip r:embed="rId16"/>
          <a:srcRect/>
          <a:stretch>
            <a:fillRect/>
          </a:stretch>
        </p:blipFill>
        <p:spPr>
          <a:xfrm>
            <a:off x="297915" y="334642"/>
            <a:ext cx="2008603" cy="1308707"/>
          </a:xfrm>
          <a:prstGeom prst="rect">
            <a:avLst/>
          </a:prstGeom>
        </p:spPr>
      </p:pic>
      <p:pic>
        <p:nvPicPr>
          <p:cNvPr id="9002" name="Universita di Bologna, Department of Architecture" descr="Universita di Bologna, Department of Architecture logo"/>
          <p:cNvPicPr>
            <a:picLocks noChangeAspect="1"/>
          </p:cNvPicPr>
          <p:nvPr userDrawn="1"/>
        </p:nvPicPr>
        <p:blipFill>
          <a:blip r:embed="rId17"/>
          <a:srcRect/>
          <a:stretch>
            <a:fillRect/>
          </a:stretch>
        </p:blipFill>
        <p:spPr>
          <a:xfrm>
            <a:off x="9120187" y="1060865"/>
            <a:ext cx="2352676" cy="992944"/>
          </a:xfrm>
          <a:prstGeom prst="rect">
            <a:avLst/>
          </a:prstGeom>
        </p:spPr>
      </p:pic>
      <p:sp>
        <p:nvSpPr>
          <p:cNvPr id="10"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11"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12"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txStyles>
    <p:titleStyle>
      <a:lvl1pPr marL="0" marR="0" indent="0" algn="l" defTabSz="914400" rtl="0" latinLnBrk="0">
        <a:lnSpc>
          <a:spcPct val="100000"/>
        </a:lnSpc>
        <a:spcBef>
          <a:spcPts val="0"/>
        </a:spcBef>
        <a:spcAft>
          <a:spcPts val="0"/>
        </a:spcAft>
        <a:buClrTx/>
        <a:buSzTx/>
        <a:buFontTx/>
        <a:buNone/>
        <a:tabLst/>
        <a:defRPr sz="2200" b="1" i="0" u="none" strike="noStrike" cap="none" spc="0" baseline="0">
          <a:solidFill>
            <a:srgbClr val="003F6E"/>
          </a:solidFill>
          <a:uFillTx/>
          <a:latin typeface="Arial"/>
          <a:ea typeface="Arial"/>
          <a:cs typeface="Arial"/>
          <a:sym typeface="Arial"/>
        </a:defRPr>
      </a:lvl1pPr>
      <a:lvl2pPr marL="0" marR="0" indent="0" algn="l" defTabSz="914400" rtl="0" latinLnBrk="0">
        <a:lnSpc>
          <a:spcPct val="100000"/>
        </a:lnSpc>
        <a:spcBef>
          <a:spcPts val="0"/>
        </a:spcBef>
        <a:spcAft>
          <a:spcPts val="0"/>
        </a:spcAft>
        <a:buClrTx/>
        <a:buSzTx/>
        <a:buFontTx/>
        <a:buNone/>
        <a:tabLst/>
        <a:defRPr sz="2200" b="1" i="0" u="none" strike="noStrike" cap="none" spc="0" baseline="0">
          <a:solidFill>
            <a:srgbClr val="003F6E"/>
          </a:solidFill>
          <a:uFillTx/>
          <a:latin typeface="Arial"/>
          <a:ea typeface="Arial"/>
          <a:cs typeface="Arial"/>
          <a:sym typeface="Arial"/>
        </a:defRPr>
      </a:lvl2pPr>
      <a:lvl3pPr marL="0" marR="0" indent="0" algn="l" defTabSz="914400" rtl="0" latinLnBrk="0">
        <a:lnSpc>
          <a:spcPct val="100000"/>
        </a:lnSpc>
        <a:spcBef>
          <a:spcPts val="0"/>
        </a:spcBef>
        <a:spcAft>
          <a:spcPts val="0"/>
        </a:spcAft>
        <a:buClrTx/>
        <a:buSzTx/>
        <a:buFontTx/>
        <a:buNone/>
        <a:tabLst/>
        <a:defRPr sz="2200" b="1" i="0" u="none" strike="noStrike" cap="none" spc="0" baseline="0">
          <a:solidFill>
            <a:srgbClr val="003F6E"/>
          </a:solidFill>
          <a:uFillTx/>
          <a:latin typeface="Arial"/>
          <a:ea typeface="Arial"/>
          <a:cs typeface="Arial"/>
          <a:sym typeface="Arial"/>
        </a:defRPr>
      </a:lvl3pPr>
      <a:lvl4pPr marL="0" marR="0" indent="0" algn="l" defTabSz="914400" rtl="0" latinLnBrk="0">
        <a:lnSpc>
          <a:spcPct val="100000"/>
        </a:lnSpc>
        <a:spcBef>
          <a:spcPts val="0"/>
        </a:spcBef>
        <a:spcAft>
          <a:spcPts val="0"/>
        </a:spcAft>
        <a:buClrTx/>
        <a:buSzTx/>
        <a:buFontTx/>
        <a:buNone/>
        <a:tabLst/>
        <a:defRPr sz="2200" b="1" i="0" u="none" strike="noStrike" cap="none" spc="0" baseline="0">
          <a:solidFill>
            <a:srgbClr val="003F6E"/>
          </a:solidFill>
          <a:uFillTx/>
          <a:latin typeface="Arial"/>
          <a:ea typeface="Arial"/>
          <a:cs typeface="Arial"/>
          <a:sym typeface="Arial"/>
        </a:defRPr>
      </a:lvl4pPr>
      <a:lvl5pPr marL="0" marR="0" indent="0" algn="l" defTabSz="914400" rtl="0" latinLnBrk="0">
        <a:lnSpc>
          <a:spcPct val="100000"/>
        </a:lnSpc>
        <a:spcBef>
          <a:spcPts val="0"/>
        </a:spcBef>
        <a:spcAft>
          <a:spcPts val="0"/>
        </a:spcAft>
        <a:buClrTx/>
        <a:buSzTx/>
        <a:buFontTx/>
        <a:buNone/>
        <a:tabLst/>
        <a:defRPr sz="2200" b="1" i="0" u="none" strike="noStrike" cap="none" spc="0" baseline="0">
          <a:solidFill>
            <a:srgbClr val="003F6E"/>
          </a:solidFill>
          <a:uFillTx/>
          <a:latin typeface="Arial"/>
          <a:ea typeface="Arial"/>
          <a:cs typeface="Arial"/>
          <a:sym typeface="Arial"/>
        </a:defRPr>
      </a:lvl5pPr>
      <a:lvl6pPr marL="0" marR="0" indent="457200" algn="l" defTabSz="914400" rtl="0" latinLnBrk="0">
        <a:lnSpc>
          <a:spcPct val="100000"/>
        </a:lnSpc>
        <a:spcBef>
          <a:spcPts val="0"/>
        </a:spcBef>
        <a:spcAft>
          <a:spcPts val="0"/>
        </a:spcAft>
        <a:buClrTx/>
        <a:buSzTx/>
        <a:buFontTx/>
        <a:buNone/>
        <a:tabLst/>
        <a:defRPr sz="2200" b="1" i="0" u="none" strike="noStrike" cap="none" spc="0" baseline="0">
          <a:solidFill>
            <a:srgbClr val="003F6E"/>
          </a:solidFill>
          <a:uFillTx/>
          <a:latin typeface="Arial"/>
          <a:ea typeface="Arial"/>
          <a:cs typeface="Arial"/>
          <a:sym typeface="Arial"/>
        </a:defRPr>
      </a:lvl6pPr>
      <a:lvl7pPr marL="0" marR="0" indent="914400" algn="l" defTabSz="914400" rtl="0" latinLnBrk="0">
        <a:lnSpc>
          <a:spcPct val="100000"/>
        </a:lnSpc>
        <a:spcBef>
          <a:spcPts val="0"/>
        </a:spcBef>
        <a:spcAft>
          <a:spcPts val="0"/>
        </a:spcAft>
        <a:buClrTx/>
        <a:buSzTx/>
        <a:buFontTx/>
        <a:buNone/>
        <a:tabLst/>
        <a:defRPr sz="2200" b="1" i="0" u="none" strike="noStrike" cap="none" spc="0" baseline="0">
          <a:solidFill>
            <a:srgbClr val="003F6E"/>
          </a:solidFill>
          <a:uFillTx/>
          <a:latin typeface="Arial"/>
          <a:ea typeface="Arial"/>
          <a:cs typeface="Arial"/>
          <a:sym typeface="Arial"/>
        </a:defRPr>
      </a:lvl7pPr>
      <a:lvl8pPr marL="0" marR="0" indent="1371600" algn="l" defTabSz="914400" rtl="0" latinLnBrk="0">
        <a:lnSpc>
          <a:spcPct val="100000"/>
        </a:lnSpc>
        <a:spcBef>
          <a:spcPts val="0"/>
        </a:spcBef>
        <a:spcAft>
          <a:spcPts val="0"/>
        </a:spcAft>
        <a:buClrTx/>
        <a:buSzTx/>
        <a:buFontTx/>
        <a:buNone/>
        <a:tabLst/>
        <a:defRPr sz="2200" b="1" i="0" u="none" strike="noStrike" cap="none" spc="0" baseline="0">
          <a:solidFill>
            <a:srgbClr val="003F6E"/>
          </a:solidFill>
          <a:uFillTx/>
          <a:latin typeface="Arial"/>
          <a:ea typeface="Arial"/>
          <a:cs typeface="Arial"/>
          <a:sym typeface="Arial"/>
        </a:defRPr>
      </a:lvl8pPr>
      <a:lvl9pPr marL="0" marR="0" indent="1828800" algn="l" defTabSz="914400" rtl="0" latinLnBrk="0">
        <a:lnSpc>
          <a:spcPct val="100000"/>
        </a:lnSpc>
        <a:spcBef>
          <a:spcPts val="0"/>
        </a:spcBef>
        <a:spcAft>
          <a:spcPts val="0"/>
        </a:spcAft>
        <a:buClrTx/>
        <a:buSzTx/>
        <a:buFontTx/>
        <a:buNone/>
        <a:tabLst/>
        <a:defRPr sz="2200" b="1" i="0" u="none" strike="noStrike" cap="none" spc="0" baseline="0">
          <a:solidFill>
            <a:srgbClr val="003F6E"/>
          </a:solidFill>
          <a:uFillTx/>
          <a:latin typeface="Arial"/>
          <a:ea typeface="Arial"/>
          <a:cs typeface="Arial"/>
          <a:sym typeface="Arial"/>
        </a:defRPr>
      </a:lvl9pPr>
    </p:titleStyle>
    <p:bodyStyle>
      <a:lvl1pPr marL="342900" marR="0" indent="-342900" algn="l" defTabSz="914400" rtl="0" latinLnBrk="0">
        <a:lnSpc>
          <a:spcPct val="100000"/>
        </a:lnSpc>
        <a:spcBef>
          <a:spcPts val="400"/>
        </a:spcBef>
        <a:spcAft>
          <a:spcPts val="0"/>
        </a:spcAft>
        <a:buClrTx/>
        <a:buSzTx/>
        <a:buFontTx/>
        <a:buNone/>
        <a:tabLst/>
        <a:defRPr sz="2000" b="0" i="0" u="none" strike="noStrike" cap="none" spc="0" baseline="0">
          <a:solidFill>
            <a:srgbClr val="000000"/>
          </a:solidFill>
          <a:uFillTx/>
          <a:latin typeface="Arial"/>
          <a:ea typeface="Arial"/>
          <a:cs typeface="Arial"/>
          <a:sym typeface="Arial"/>
        </a:defRPr>
      </a:lvl1pPr>
      <a:lvl2pPr marL="774700" marR="0" indent="-317500" algn="l" defTabSz="914400" rtl="0" latinLnBrk="0">
        <a:lnSpc>
          <a:spcPct val="100000"/>
        </a:lnSpc>
        <a:spcBef>
          <a:spcPts val="400"/>
        </a:spcBef>
        <a:spcAft>
          <a:spcPts val="0"/>
        </a:spcAft>
        <a:buClrTx/>
        <a:buSzPct val="85000"/>
        <a:buFontTx/>
        <a:buChar char="▪"/>
        <a:tabLst/>
        <a:defRPr sz="2000" b="0" i="0" u="none" strike="noStrike" cap="none" spc="0" baseline="0">
          <a:solidFill>
            <a:srgbClr val="000000"/>
          </a:solidFill>
          <a:uFillTx/>
          <a:latin typeface="Arial"/>
          <a:ea typeface="Arial"/>
          <a:cs typeface="Arial"/>
          <a:sym typeface="Arial"/>
        </a:defRPr>
      </a:lvl2pPr>
      <a:lvl3pPr marL="11684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Arial"/>
          <a:ea typeface="Arial"/>
          <a:cs typeface="Arial"/>
          <a:sym typeface="Arial"/>
        </a:defRPr>
      </a:lvl3pPr>
      <a:lvl4pPr marL="16256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Arial"/>
          <a:ea typeface="Arial"/>
          <a:cs typeface="Arial"/>
          <a:sym typeface="Arial"/>
        </a:defRPr>
      </a:lvl4pPr>
      <a:lvl5pPr marL="20828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Arial"/>
          <a:ea typeface="Arial"/>
          <a:cs typeface="Arial"/>
          <a:sym typeface="Arial"/>
        </a:defRPr>
      </a:lvl5pPr>
      <a:lvl6pPr marL="25400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Arial"/>
          <a:ea typeface="Arial"/>
          <a:cs typeface="Arial"/>
          <a:sym typeface="Arial"/>
        </a:defRPr>
      </a:lvl6pPr>
      <a:lvl7pPr marL="29972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Arial"/>
          <a:ea typeface="Arial"/>
          <a:cs typeface="Arial"/>
          <a:sym typeface="Arial"/>
        </a:defRPr>
      </a:lvl7pPr>
      <a:lvl8pPr marL="34544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Arial"/>
          <a:ea typeface="Arial"/>
          <a:cs typeface="Arial"/>
          <a:sym typeface="Arial"/>
        </a:defRPr>
      </a:lvl8pPr>
      <a:lvl9pPr marL="39116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Arial"/>
          <a:ea typeface="Arial"/>
          <a:cs typeface="Arial"/>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ark.wshite@unipr.it" TargetMode="External"/><Relationship Id="rId2" Type="http://schemas.openxmlformats.org/officeDocument/2006/relationships/hyperlink" Target="mailto:john.smith@unibo.i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3D Acoustics of La Scala"/>
          <p:cNvSpPr txBox="1">
            <a:spLocks noGrp="1"/>
          </p:cNvSpPr>
          <p:nvPr>
            <p:ph type="title" idx="4294967295"/>
          </p:nvPr>
        </p:nvSpPr>
        <p:spPr>
          <a:xfrm>
            <a:off x="1705401" y="1677443"/>
            <a:ext cx="6858000" cy="504825"/>
          </a:xfrm>
          <a:prstGeom prst="rect">
            <a:avLst/>
          </a:prstGeom>
        </p:spPr>
        <p:txBody>
          <a:bodyPr anchor="t">
            <a:normAutofit fontScale="90000"/>
          </a:bodyPr>
          <a:lstStyle>
            <a:lvl1pPr defTabSz="859536">
              <a:lnSpc>
                <a:spcPct val="150000"/>
              </a:lnSpc>
              <a:spcBef>
                <a:spcPts val="1100"/>
              </a:spcBef>
              <a:defRPr sz="3008">
                <a:solidFill>
                  <a:srgbClr val="A50021"/>
                </a:solidFill>
              </a:defRPr>
            </a:lvl1pPr>
          </a:lstStyle>
          <a:p>
            <a:r>
              <a:rPr dirty="0"/>
              <a:t>3D Acoustics of La Scala</a:t>
            </a:r>
          </a:p>
        </p:txBody>
      </p:sp>
      <p:sp>
        <p:nvSpPr>
          <p:cNvPr id="67" name="(1) University of Roma Sapienza, Depart of Architecture, john.smith@uniroma1.it…"/>
          <p:cNvSpPr txBox="1">
            <a:spLocks noGrp="1"/>
          </p:cNvSpPr>
          <p:nvPr>
            <p:ph type="body" sz="quarter" idx="4294967295"/>
          </p:nvPr>
        </p:nvSpPr>
        <p:spPr>
          <a:xfrm>
            <a:off x="1723456" y="3625321"/>
            <a:ext cx="9144001" cy="790367"/>
          </a:xfrm>
          <a:prstGeom prst="rect">
            <a:avLst/>
          </a:prstGeom>
        </p:spPr>
        <p:txBody>
          <a:bodyPr>
            <a:normAutofit/>
          </a:bodyPr>
          <a:lstStyle/>
          <a:p>
            <a:pPr>
              <a:defRPr sz="1800" b="1" baseline="30000"/>
            </a:pPr>
            <a:r>
              <a:rPr dirty="0"/>
              <a:t>(1) </a:t>
            </a:r>
            <a:r>
              <a:rPr b="0" baseline="0" dirty="0"/>
              <a:t>University of Roma Sapienza, Depart of Architecture, </a:t>
            </a:r>
            <a:r>
              <a:rPr b="0" u="sng" baseline="0" dirty="0">
                <a:solidFill>
                  <a:srgbClr val="CCCCFF"/>
                </a:solidFill>
                <a:uFill>
                  <a:solidFill>
                    <a:srgbClr val="CCCCFF"/>
                  </a:solidFill>
                </a:uFill>
                <a:hlinkClick r:id="rId2"/>
              </a:rPr>
              <a:t>john.smith@uniroma1.it</a:t>
            </a:r>
            <a:endParaRPr u="sng" dirty="0"/>
          </a:p>
          <a:p>
            <a:pPr>
              <a:defRPr sz="1800" b="1" baseline="30000"/>
            </a:pPr>
            <a:r>
              <a:rPr dirty="0"/>
              <a:t>(2) </a:t>
            </a:r>
            <a:r>
              <a:rPr b="0" baseline="0" dirty="0"/>
              <a:t>Massachusetts Inst of Technology, Depart of Engineering, </a:t>
            </a:r>
            <a:r>
              <a:rPr b="0" u="sng" baseline="0" dirty="0">
                <a:solidFill>
                  <a:srgbClr val="CCCCFF"/>
                </a:solidFill>
                <a:uFill>
                  <a:solidFill>
                    <a:srgbClr val="CCCCFF"/>
                  </a:solidFill>
                </a:uFill>
                <a:hlinkClick r:id="rId3"/>
              </a:rPr>
              <a:t>mark.white@mit.edu</a:t>
            </a:r>
            <a:r>
              <a:rPr b="0" baseline="0" dirty="0"/>
              <a:t> </a:t>
            </a:r>
          </a:p>
        </p:txBody>
      </p:sp>
      <p:sp>
        <p:nvSpPr>
          <p:cNvPr id="68" name="John Smith(1)…"/>
          <p:cNvSpPr txBox="1"/>
          <p:nvPr/>
        </p:nvSpPr>
        <p:spPr>
          <a:xfrm>
            <a:off x="1974532" y="2479675"/>
            <a:ext cx="8107998" cy="9937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342900" indent="-342900">
              <a:spcBef>
                <a:spcPts val="400"/>
              </a:spcBef>
              <a:defRPr sz="1800" b="1"/>
            </a:pPr>
            <a:r>
              <a:rPr dirty="0"/>
              <a:t>				John Smith</a:t>
            </a:r>
            <a:r>
              <a:rPr baseline="30000" dirty="0"/>
              <a:t>(1) </a:t>
            </a:r>
          </a:p>
          <a:p>
            <a:pPr marL="342900" indent="-342900">
              <a:spcBef>
                <a:spcPts val="400"/>
              </a:spcBef>
              <a:defRPr sz="1800"/>
            </a:pPr>
            <a:r>
              <a:rPr dirty="0"/>
              <a:t>				Mark White</a:t>
            </a:r>
            <a:r>
              <a:rPr b="1" baseline="30000" dirty="0"/>
              <a:t> (2)</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Introduction…"/>
          <p:cNvSpPr txBox="1"/>
          <p:nvPr/>
        </p:nvSpPr>
        <p:spPr>
          <a:xfrm>
            <a:off x="1618694" y="2220912"/>
            <a:ext cx="8087361" cy="22165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342900" indent="-342900">
              <a:spcBef>
                <a:spcPts val="400"/>
              </a:spcBef>
              <a:defRPr sz="1400" b="1"/>
            </a:pPr>
            <a:endParaRPr/>
          </a:p>
          <a:p>
            <a:pPr marL="742950" lvl="1" indent="-285750">
              <a:spcBef>
                <a:spcPts val="400"/>
              </a:spcBef>
              <a:buClr>
                <a:srgbClr val="004C80"/>
              </a:buClr>
              <a:buSzPct val="85000"/>
              <a:buChar char="▪"/>
              <a:defRPr sz="1800"/>
            </a:pPr>
            <a:r>
              <a:t>Introduction</a:t>
            </a:r>
          </a:p>
          <a:p>
            <a:pPr marL="742950" lvl="1" indent="-285750">
              <a:spcBef>
                <a:spcPts val="400"/>
              </a:spcBef>
              <a:buClr>
                <a:srgbClr val="004C80"/>
              </a:buClr>
              <a:buSzPct val="85000"/>
              <a:buChar char="▪"/>
              <a:defRPr sz="1800"/>
            </a:pPr>
            <a:r>
              <a:t>Material</a:t>
            </a:r>
          </a:p>
          <a:p>
            <a:pPr marL="742950" lvl="1" indent="-285750">
              <a:spcBef>
                <a:spcPts val="400"/>
              </a:spcBef>
              <a:buClr>
                <a:srgbClr val="004C80"/>
              </a:buClr>
              <a:buSzPct val="85000"/>
              <a:buChar char="▪"/>
              <a:defRPr sz="1800"/>
            </a:pPr>
            <a:r>
              <a:t>Theory</a:t>
            </a:r>
          </a:p>
          <a:p>
            <a:pPr marL="742950" lvl="1" indent="-285750">
              <a:spcBef>
                <a:spcPts val="400"/>
              </a:spcBef>
              <a:buClr>
                <a:srgbClr val="004C80"/>
              </a:buClr>
              <a:buSzPct val="85000"/>
              <a:buChar char="▪"/>
              <a:defRPr sz="1800"/>
            </a:pPr>
            <a:r>
              <a:t>Experiments </a:t>
            </a:r>
          </a:p>
          <a:p>
            <a:pPr marL="742950" lvl="1" indent="-285750">
              <a:spcBef>
                <a:spcPts val="400"/>
              </a:spcBef>
              <a:buClr>
                <a:srgbClr val="004C80"/>
              </a:buClr>
              <a:buSzPct val="85000"/>
              <a:buChar char="▪"/>
              <a:defRPr sz="1800"/>
            </a:pPr>
            <a:r>
              <a:t>Results</a:t>
            </a:r>
          </a:p>
          <a:p>
            <a:pPr marL="742950" lvl="1" indent="-285750">
              <a:spcBef>
                <a:spcPts val="400"/>
              </a:spcBef>
              <a:buClr>
                <a:srgbClr val="004C80"/>
              </a:buClr>
              <a:buSzPct val="85000"/>
              <a:buChar char="▪"/>
              <a:defRPr sz="1800"/>
            </a:pPr>
            <a:r>
              <a:t>Conclusion</a:t>
            </a:r>
          </a:p>
        </p:txBody>
      </p:sp>
      <p:grpSp>
        <p:nvGrpSpPr>
          <p:cNvPr id="74" name="Group"/>
          <p:cNvGrpSpPr/>
          <p:nvPr/>
        </p:nvGrpSpPr>
        <p:grpSpPr>
          <a:xfrm>
            <a:off x="6252924" y="1717675"/>
            <a:ext cx="4249739" cy="1325712"/>
            <a:chOff x="0" y="0"/>
            <a:chExt cx="4249737" cy="1325711"/>
          </a:xfrm>
        </p:grpSpPr>
        <p:sp>
          <p:nvSpPr>
            <p:cNvPr id="72" name="Rounded Rectangle"/>
            <p:cNvSpPr/>
            <p:nvPr/>
          </p:nvSpPr>
          <p:spPr>
            <a:xfrm>
              <a:off x="0" y="0"/>
              <a:ext cx="4249738" cy="1325712"/>
            </a:xfrm>
            <a:prstGeom prst="roundRect">
              <a:avLst>
                <a:gd name="adj" fmla="val 9021"/>
              </a:avLst>
            </a:prstGeom>
            <a:gradFill flip="none" rotWithShape="1">
              <a:gsLst>
                <a:gs pos="0">
                  <a:srgbClr val="EDEDED"/>
                </a:gs>
                <a:gs pos="64999">
                  <a:srgbClr val="D0D0D0"/>
                </a:gs>
                <a:gs pos="100000">
                  <a:srgbClr val="BCBCBC"/>
                </a:gs>
              </a:gsLst>
              <a:lin ang="5400000" scaled="0"/>
            </a:gradFill>
            <a:ln w="9525" cap="flat">
              <a:solidFill>
                <a:srgbClr val="000000"/>
              </a:solidFill>
              <a:prstDash val="solid"/>
              <a:round/>
            </a:ln>
            <a:effectLst>
              <a:outerShdw blurRad="38100" dist="20000" dir="5400000" rotWithShape="0">
                <a:srgbClr val="000000">
                  <a:alpha val="37998"/>
                </a:srgbClr>
              </a:outerShdw>
            </a:effectLst>
          </p:spPr>
          <p:txBody>
            <a:bodyPr wrap="square" lIns="45719" tIns="45719" rIns="45719" bIns="45719" numCol="1" anchor="t">
              <a:noAutofit/>
            </a:bodyPr>
            <a:lstStyle/>
            <a:p>
              <a:pPr>
                <a:defRPr sz="1600"/>
              </a:pPr>
              <a:endParaRPr/>
            </a:p>
          </p:txBody>
        </p:sp>
        <p:sp>
          <p:nvSpPr>
            <p:cNvPr id="73" name="The LOGO in the first page should be the LOGO of the Organisation of the Presenter, the other logos only needed to be inserted on the first slide.  Please note this is not compulsory, we simply request it."/>
            <p:cNvSpPr/>
            <p:nvPr/>
          </p:nvSpPr>
          <p:spPr>
            <a:xfrm>
              <a:off x="39776" y="39776"/>
              <a:ext cx="4103858"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600"/>
              </a:lvl1pPr>
            </a:lstStyle>
            <a:p>
              <a:r>
                <a:rPr dirty="0"/>
                <a:t>The LOGO in the first page should be the LOGO of the </a:t>
              </a:r>
              <a:r>
                <a:rPr dirty="0" err="1"/>
                <a:t>Organisation</a:t>
              </a:r>
              <a:r>
                <a:rPr dirty="0"/>
                <a:t> of the Presenter, the other logos only needed to be inserted on the first slide.  Please note this is not compulsory, we simply request it.</a:t>
              </a:r>
            </a:p>
          </p:txBody>
        </p:sp>
      </p:grpSp>
      <p:sp>
        <p:nvSpPr>
          <p:cNvPr id="75" name="Line"/>
          <p:cNvSpPr/>
          <p:nvPr/>
        </p:nvSpPr>
        <p:spPr>
          <a:xfrm rot="10800000" flipH="1">
            <a:off x="4381262" y="2076450"/>
            <a:ext cx="1871663" cy="67786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10800" y="21600"/>
                </a:lnTo>
                <a:lnTo>
                  <a:pt x="21600" y="21600"/>
                </a:lnTo>
              </a:path>
            </a:pathLst>
          </a:custGeom>
          <a:ln w="25400">
            <a:solidFill>
              <a:srgbClr val="000000"/>
            </a:solidFill>
            <a:tailEnd type="triangle"/>
          </a:ln>
          <a:effectLst>
            <a:outerShdw blurRad="38100" dist="20000" dir="5400000" rotWithShape="0">
              <a:srgbClr val="000000">
                <a:alpha val="37998"/>
              </a:srgbClr>
            </a:outerShdw>
          </a:effectLst>
        </p:spPr>
        <p:txBody>
          <a:bodyPr lIns="45719" rIns="45719"/>
          <a:lstStyle/>
          <a:p>
            <a:endParaRPr/>
          </a:p>
        </p:txBody>
      </p:sp>
      <p:sp>
        <p:nvSpPr>
          <p:cNvPr id="76" name="Line"/>
          <p:cNvSpPr/>
          <p:nvPr/>
        </p:nvSpPr>
        <p:spPr>
          <a:xfrm>
            <a:off x="3660537" y="3881440"/>
            <a:ext cx="2592388" cy="60166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21600"/>
                </a:lnTo>
                <a:lnTo>
                  <a:pt x="10800" y="0"/>
                </a:lnTo>
                <a:lnTo>
                  <a:pt x="21600" y="0"/>
                </a:lnTo>
              </a:path>
            </a:pathLst>
          </a:custGeom>
          <a:ln w="25400">
            <a:solidFill>
              <a:srgbClr val="000000"/>
            </a:solidFill>
            <a:tailEnd type="triangle"/>
          </a:ln>
          <a:effectLst>
            <a:outerShdw blurRad="38100" dist="20000" dir="5400000" rotWithShape="0">
              <a:srgbClr val="000000">
                <a:alpha val="37998"/>
              </a:srgbClr>
            </a:outerShdw>
          </a:effectLst>
        </p:spPr>
        <p:txBody>
          <a:bodyPr lIns="45719" rIns="45719"/>
          <a:lstStyle/>
          <a:p>
            <a:endParaRPr/>
          </a:p>
        </p:txBody>
      </p:sp>
      <p:grpSp>
        <p:nvGrpSpPr>
          <p:cNvPr id="79" name="Group"/>
          <p:cNvGrpSpPr/>
          <p:nvPr/>
        </p:nvGrpSpPr>
        <p:grpSpPr>
          <a:xfrm>
            <a:off x="6252130" y="3294399"/>
            <a:ext cx="4321176" cy="1079501"/>
            <a:chOff x="0" y="504964"/>
            <a:chExt cx="4321175" cy="1079500"/>
          </a:xfrm>
        </p:grpSpPr>
        <p:sp>
          <p:nvSpPr>
            <p:cNvPr id="77" name="Rounded Rectangle"/>
            <p:cNvSpPr/>
            <p:nvPr/>
          </p:nvSpPr>
          <p:spPr>
            <a:xfrm>
              <a:off x="0" y="504964"/>
              <a:ext cx="4321175" cy="1079501"/>
            </a:xfrm>
            <a:prstGeom prst="roundRect">
              <a:avLst>
                <a:gd name="adj" fmla="val 16667"/>
              </a:avLst>
            </a:prstGeom>
            <a:gradFill flip="none" rotWithShape="1">
              <a:gsLst>
                <a:gs pos="0">
                  <a:srgbClr val="EDEDED"/>
                </a:gs>
                <a:gs pos="64999">
                  <a:srgbClr val="D0D0D0"/>
                </a:gs>
                <a:gs pos="100000">
                  <a:srgbClr val="BCBCBC"/>
                </a:gs>
              </a:gsLst>
              <a:lin ang="5400000" scaled="0"/>
            </a:gradFill>
            <a:ln w="9525" cap="flat">
              <a:solidFill>
                <a:srgbClr val="000000"/>
              </a:solidFill>
              <a:prstDash val="solid"/>
              <a:round/>
            </a:ln>
            <a:effectLst>
              <a:outerShdw blurRad="38100" dist="20000" dir="5400000" rotWithShape="0">
                <a:srgbClr val="000000">
                  <a:alpha val="37998"/>
                </a:srgbClr>
              </a:outerShdw>
            </a:effectLst>
          </p:spPr>
          <p:txBody>
            <a:bodyPr wrap="square" lIns="45719" tIns="45719" rIns="45719" bIns="45719" numCol="1" anchor="t">
              <a:noAutofit/>
            </a:bodyPr>
            <a:lstStyle/>
            <a:p>
              <a:pPr>
                <a:defRPr sz="1600"/>
              </a:pPr>
              <a:endParaRPr/>
            </a:p>
          </p:txBody>
        </p:sp>
        <p:sp>
          <p:nvSpPr>
            <p:cNvPr id="78" name="This is an example of the presentation. You are free to prepare the contents, preferably using the same fonts"/>
            <p:cNvSpPr txBox="1"/>
            <p:nvPr/>
          </p:nvSpPr>
          <p:spPr>
            <a:xfrm>
              <a:off x="57437" y="705138"/>
              <a:ext cx="4206301" cy="67915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sz="1600"/>
              </a:lvl1pPr>
            </a:lstStyle>
            <a:p>
              <a:r>
                <a:rPr dirty="0"/>
                <a:t>This is an example of the presentation. You are free to prepare the contents, preferably using the same fonts </a:t>
              </a:r>
            </a:p>
          </p:txBody>
        </p:sp>
      </p:grpSp>
    </p:spTree>
  </p:cSld>
  <p:clrMapOvr>
    <a:masterClrMapping/>
  </p:clrMapOvr>
  <p:transition spd="med"/>
</p:sld>
</file>

<file path=ppt/theme/theme1.xml><?xml version="1.0" encoding="utf-8"?>
<a:theme xmlns:a="http://schemas.openxmlformats.org/drawingml/2006/main" name="Struttura predefinita">
  <a:themeElements>
    <a:clrScheme name="Struttura predefinita">
      <a:dk1>
        <a:srgbClr val="000000"/>
      </a:dk1>
      <a:lt1>
        <a:srgbClr val="FFFFFF"/>
      </a:lt1>
      <a:dk2>
        <a:srgbClr val="A7A7A7"/>
      </a:dk2>
      <a:lt2>
        <a:srgbClr val="535353"/>
      </a:lt2>
      <a:accent1>
        <a:srgbClr val="00CC99"/>
      </a:accent1>
      <a:accent2>
        <a:srgbClr val="3333CC"/>
      </a:accent2>
      <a:accent3>
        <a:srgbClr val="9BBB59"/>
      </a:accent3>
      <a:accent4>
        <a:srgbClr val="8064A2"/>
      </a:accent4>
      <a:accent5>
        <a:srgbClr val="4BACC6"/>
      </a:accent5>
      <a:accent6>
        <a:srgbClr val="F79646"/>
      </a:accent6>
      <a:hlink>
        <a:srgbClr val="0000FF"/>
      </a:hlink>
      <a:folHlink>
        <a:srgbClr val="FF00FF"/>
      </a:folHlink>
    </a:clrScheme>
    <a:fontScheme name="Struttura predefinita">
      <a:majorFont>
        <a:latin typeface="Helvetica"/>
        <a:ea typeface="Helvetica"/>
        <a:cs typeface="Helvetica"/>
      </a:majorFont>
      <a:minorFont>
        <a:latin typeface="Times Roman"/>
        <a:ea typeface="Times Roman"/>
        <a:cs typeface="Times Roman"/>
      </a:minorFont>
    </a:fontScheme>
    <a:fmtScheme name="Struttura predefinit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truttura predefinita">
  <a:themeElements>
    <a:clrScheme name="Struttura predefinita">
      <a:dk1>
        <a:srgbClr val="000000"/>
      </a:dk1>
      <a:lt1>
        <a:srgbClr val="FFFFFF"/>
      </a:lt1>
      <a:dk2>
        <a:srgbClr val="A7A7A7"/>
      </a:dk2>
      <a:lt2>
        <a:srgbClr val="535353"/>
      </a:lt2>
      <a:accent1>
        <a:srgbClr val="00CC99"/>
      </a:accent1>
      <a:accent2>
        <a:srgbClr val="3333CC"/>
      </a:accent2>
      <a:accent3>
        <a:srgbClr val="9BBB59"/>
      </a:accent3>
      <a:accent4>
        <a:srgbClr val="8064A2"/>
      </a:accent4>
      <a:accent5>
        <a:srgbClr val="4BACC6"/>
      </a:accent5>
      <a:accent6>
        <a:srgbClr val="F79646"/>
      </a:accent6>
      <a:hlink>
        <a:srgbClr val="0000FF"/>
      </a:hlink>
      <a:folHlink>
        <a:srgbClr val="FF00FF"/>
      </a:folHlink>
    </a:clrScheme>
    <a:fontScheme name="Struttura predefinita">
      <a:majorFont>
        <a:latin typeface="Helvetica"/>
        <a:ea typeface="Helvetica"/>
        <a:cs typeface="Helvetica"/>
      </a:majorFont>
      <a:minorFont>
        <a:latin typeface="Times Roman"/>
        <a:ea typeface="Times Roman"/>
        <a:cs typeface="Times Roman"/>
      </a:minorFont>
    </a:fontScheme>
    <a:fmtScheme name="Struttura predefinit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39B9D0D8DF834EAA72DB980043A089" ma:contentTypeVersion="11" ma:contentTypeDescription="Create a new document." ma:contentTypeScope="" ma:versionID="2a672b07dcb225f134ac0e368f6ba51d">
  <xsd:schema xmlns:xsd="http://www.w3.org/2001/XMLSchema" xmlns:xs="http://www.w3.org/2001/XMLSchema" xmlns:p="http://schemas.microsoft.com/office/2006/metadata/properties" xmlns:ns2="77e84d40-5197-4c1e-86d0-d2efdd6bf5dc" xmlns:ns3="0903086a-7f53-4195-bcb6-86066cc44e85" targetNamespace="http://schemas.microsoft.com/office/2006/metadata/properties" ma:root="true" ma:fieldsID="efbbebb051803d35fc30dc897065e337" ns2:_="" ns3:_="">
    <xsd:import namespace="77e84d40-5197-4c1e-86d0-d2efdd6bf5dc"/>
    <xsd:import namespace="0903086a-7f53-4195-bcb6-86066cc44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e84d40-5197-4c1e-86d0-d2efdd6bf5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77b169b-7464-4c14-89c9-ab876efcba04"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03086a-7f53-4195-bcb6-86066cc44e8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35ff699-7da7-4dd5-90f8-1810939b8cfd}" ma:internalName="TaxCatchAll" ma:showField="CatchAllData" ma:web="0903086a-7f53-4195-bcb6-86066cc44e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0903086a-7f53-4195-bcb6-86066cc44e85" xsi:nil="true"/>
    <lcf76f155ced4ddcb4097134ff3c332f xmlns="77e84d40-5197-4c1e-86d0-d2efdd6bf5dc">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D54F1F-4419-4321-B670-EB325C08A0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e84d40-5197-4c1e-86d0-d2efdd6bf5dc"/>
    <ds:schemaRef ds:uri="0903086a-7f53-4195-bcb6-86066cc44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66E222F-6961-4F32-B705-08FEC0554F8A}">
  <ds:schemaRefs>
    <ds:schemaRef ds:uri="http://schemas.microsoft.com/office/2006/metadata/properties"/>
    <ds:schemaRef ds:uri="http://schemas.microsoft.com/office/infopath/2007/PartnerControls"/>
    <ds:schemaRef ds:uri="0903086a-7f53-4195-bcb6-86066cc44e85"/>
    <ds:schemaRef ds:uri="77e84d40-5197-4c1e-86d0-d2efdd6bf5dc"/>
  </ds:schemaRefs>
</ds:datastoreItem>
</file>

<file path=customXml/itemProps3.xml><?xml version="1.0" encoding="utf-8"?>
<ds:datastoreItem xmlns:ds="http://schemas.openxmlformats.org/officeDocument/2006/customXml" ds:itemID="{2DC2A03C-72DB-465B-935F-2ADCFE0DCA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309</TotalTime>
  <Words>130</Words>
  <Application>Microsoft Macintosh PowerPoint</Application>
  <PresentationFormat>Widescreen</PresentationFormat>
  <Paragraphs>14</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Times Roman</vt:lpstr>
      <vt:lpstr>Struttura predefinita</vt:lpstr>
      <vt:lpstr>3D Acoustics of La Scala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Acoustics of La Scala</dc:title>
  <cp:lastModifiedBy>Jakoba van Tonder</cp:lastModifiedBy>
  <cp:revision>8</cp:revision>
  <dcterms:modified xsi:type="dcterms:W3CDTF">2026-09-25T08:22:00Z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0x0101002639B9D0D8DF834EAA72DB980043A089</vt:lpwstr>
  </property>
</Properties>
</file>