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10" r:id="rId5"/>
  </p:sldIdLst>
  <p:sldSz cx="30275213" cy="4280376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087563" indent="-1630363" algn="l" rtl="0" eaLnBrk="0" fontAlgn="base" hangingPunct="0">
      <a:spcBef>
        <a:spcPct val="0"/>
      </a:spcBef>
      <a:spcAft>
        <a:spcPct val="0"/>
      </a:spcAft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175125" indent="-3260725" algn="l" rtl="0" eaLnBrk="0" fontAlgn="base" hangingPunct="0">
      <a:spcBef>
        <a:spcPct val="0"/>
      </a:spcBef>
      <a:spcAft>
        <a:spcPct val="0"/>
      </a:spcAft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262688" indent="-4891088" algn="l" rtl="0" eaLnBrk="0" fontAlgn="base" hangingPunct="0">
      <a:spcBef>
        <a:spcPct val="0"/>
      </a:spcBef>
      <a:spcAft>
        <a:spcPct val="0"/>
      </a:spcAft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8350250" indent="-6521450" algn="l" rtl="0" eaLnBrk="0" fontAlgn="base" hangingPunct="0">
      <a:spcBef>
        <a:spcPct val="0"/>
      </a:spcBef>
      <a:spcAft>
        <a:spcPct val="0"/>
      </a:spcAft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0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mberto Tronchi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6236" autoAdjust="0"/>
    <p:restoredTop sz="96654"/>
  </p:normalViewPr>
  <p:slideViewPr>
    <p:cSldViewPr>
      <p:cViewPr>
        <p:scale>
          <a:sx n="50" d="100"/>
          <a:sy n="50" d="100"/>
        </p:scale>
        <p:origin x="280" y="-8168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416"/>
    </p:cViewPr>
  </p:sorterViewPr>
  <p:notesViewPr>
    <p:cSldViewPr>
      <p:cViewPr varScale="1">
        <p:scale>
          <a:sx n="55" d="100"/>
          <a:sy n="55" d="100"/>
        </p:scale>
        <p:origin x="-1800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5F4F9C5-B94B-44CE-10D8-5C87DA1F05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it-IT" altLang="zh-CN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1BDFA58-EBAE-FD44-5E7D-AC680667CD2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it-IT" altLang="zh-CN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BC1EF3E3-3715-F3C8-9CCC-23321B08A0A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it-IT" altLang="zh-CN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E6602C2E-C023-F086-2CC7-CD90FA993CA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fld id="{F918424D-F2D5-5D45-9D10-A11CD32A9ED0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3B6E612-9CE8-7206-E472-3B29DFDBF4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it-IT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604C49C-2158-8A66-6884-11112D6282E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it-IT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EA6C72-B93A-2CC9-96F2-5B8C4D9EEE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92338" y="768350"/>
            <a:ext cx="271462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3289FE8-F1E5-FAF4-ACCD-D2BD79FF85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F1F4726-2275-311D-3291-6536D62FDF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it-IT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F4AA4A52-A807-6F4F-A26F-D0D68EF712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anose="02020603050405020304" pitchFamily="18" charset="0"/>
              </a:defRPr>
            </a:lvl1pPr>
          </a:lstStyle>
          <a:p>
            <a:pPr>
              <a:defRPr/>
            </a:pPr>
            <a:fld id="{74735891-3558-9547-8D84-2B7A510816B7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2087563" algn="l" rtl="0" eaLnBrk="0" fontAlgn="base" hangingPunct="0">
      <a:spcBef>
        <a:spcPct val="30000"/>
      </a:spcBef>
      <a:spcAft>
        <a:spcPct val="0"/>
      </a:spcAft>
      <a:defRPr sz="5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4175125" algn="l" rtl="0" eaLnBrk="0" fontAlgn="base" hangingPunct="0">
      <a:spcBef>
        <a:spcPct val="30000"/>
      </a:spcBef>
      <a:spcAft>
        <a:spcPct val="0"/>
      </a:spcAft>
      <a:defRPr sz="5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6262688" algn="l" rtl="0" eaLnBrk="0" fontAlgn="base" hangingPunct="0">
      <a:spcBef>
        <a:spcPct val="30000"/>
      </a:spcBef>
      <a:spcAft>
        <a:spcPct val="0"/>
      </a:spcAft>
      <a:defRPr sz="5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8350250" algn="l" rtl="0" eaLnBrk="0" fontAlgn="base" hangingPunct="0">
      <a:spcBef>
        <a:spcPct val="30000"/>
      </a:spcBef>
      <a:spcAft>
        <a:spcPct val="0"/>
      </a:spcAft>
      <a:defRPr sz="5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10439705" algn="l" defTabSz="4175882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4175882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4175882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4175882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egnaposto immagine diapositiva 1">
            <a:extLst>
              <a:ext uri="{FF2B5EF4-FFF2-40B4-BE49-F238E27FC236}">
                <a16:creationId xmlns:a16="http://schemas.microsoft.com/office/drawing/2014/main" id="{0956C05A-F220-2675-EC2D-B42647384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Segnaposto note 2">
            <a:extLst>
              <a:ext uri="{FF2B5EF4-FFF2-40B4-BE49-F238E27FC236}">
                <a16:creationId xmlns:a16="http://schemas.microsoft.com/office/drawing/2014/main" id="{3DB27B86-97D2-A92E-B77A-7DD6866C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it-IT" altLang="en-US" sz="5480" dirty="0"/>
          </a:p>
        </p:txBody>
      </p:sp>
      <p:sp>
        <p:nvSpPr>
          <p:cNvPr id="6147" name="Segnaposto piè di pagina 4">
            <a:extLst>
              <a:ext uri="{FF2B5EF4-FFF2-40B4-BE49-F238E27FC236}">
                <a16:creationId xmlns:a16="http://schemas.microsoft.com/office/drawing/2014/main" id="{47923D21-2143-38D2-BDE2-F6156AB144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5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spcBef>
                <a:spcPct val="30000"/>
              </a:spcBef>
              <a:defRPr sz="5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spcBef>
                <a:spcPct val="30000"/>
              </a:spcBef>
              <a:defRPr sz="5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spcBef>
                <a:spcPct val="30000"/>
              </a:spcBef>
              <a:defRPr sz="5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spcBef>
                <a:spcPct val="30000"/>
              </a:spcBef>
              <a:defRPr sz="5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it-IT" alt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170EC30-F32A-94B1-C490-E54DFC2D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1DBF15F-626C-DCFA-4ACB-00A1F77D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A7889AC-0B72-8F58-81E9-0C95400F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619075" y="950913"/>
            <a:ext cx="4508500" cy="15255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4FEC7C9-90E8-EB4B-B23E-6F6BAE5EF3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8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2" name="Footer band"/>
          <p:cNvSpPr/>
          <p:nvPr userDrawn="1"/>
        </p:nvSpPr>
        <p:spPr>
          <a:xfrm>
            <a:off x="-15927" y="40849058"/>
            <a:ext cx="30291140" cy="1954705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GB"/>
          </a:p>
        </p:txBody>
      </p:sp>
      <p:pic>
        <p:nvPicPr>
          <p:cNvPr id="9003" name="Apple" descr="Apple logo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3382590" y="41464419"/>
            <a:ext cx="612000" cy="750061"/>
          </a:xfrm>
          <a:prstGeom prst="rect">
            <a:avLst/>
          </a:prstGeom>
        </p:spPr>
      </p:pic>
      <p:pic>
        <p:nvPicPr>
          <p:cNvPr id="9004" name="media care" descr="media care logo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25390070" y="41089925"/>
            <a:ext cx="1772872" cy="1521779"/>
          </a:xfrm>
          <a:prstGeom prst="rect">
            <a:avLst/>
          </a:prstGeom>
        </p:spPr>
      </p:pic>
      <p:pic>
        <p:nvPicPr>
          <p:cNvPr id="9005" name="mh acoustics" descr="mh acoustics logo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27842610" y="41059755"/>
            <a:ext cx="1795601" cy="1423014"/>
          </a:xfrm>
          <a:prstGeom prst="rect">
            <a:avLst/>
          </a:prstGeom>
        </p:spPr>
      </p:pic>
      <p:pic>
        <p:nvPicPr>
          <p:cNvPr id="9006" name="United Planet / ECOSOC" descr="United Planet / ECOSOC logo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30995" y="41181468"/>
            <a:ext cx="2228900" cy="1318290"/>
          </a:xfrm>
          <a:prstGeom prst="rect">
            <a:avLst/>
          </a:prstGeom>
        </p:spPr>
      </p:pic>
      <p:pic>
        <p:nvPicPr>
          <p:cNvPr id="9007" name="Fondazione Ugo e Olga Levi" descr="Fondazione Ugo e Olga Levi logo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5178550" y="41258817"/>
            <a:ext cx="4774479" cy="1313416"/>
          </a:xfrm>
          <a:prstGeom prst="rect">
            <a:avLst/>
          </a:prstGeom>
        </p:spPr>
      </p:pic>
      <p:pic>
        <p:nvPicPr>
          <p:cNvPr id="9008" name="University of Warwick" descr="University of Warwick logo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10414360" y="41399867"/>
            <a:ext cx="3571118" cy="1068269"/>
          </a:xfrm>
          <a:prstGeom prst="rect">
            <a:avLst/>
          </a:prstGeom>
        </p:spPr>
      </p:pic>
      <p:pic>
        <p:nvPicPr>
          <p:cNvPr id="9009" name="Citta di Venezia" descr="Citta di Venezia logo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>
          <a:xfrm>
            <a:off x="3495428" y="41012450"/>
            <a:ext cx="840978" cy="1599254"/>
          </a:xfrm>
          <a:prstGeom prst="rect">
            <a:avLst/>
          </a:prstGeom>
        </p:spPr>
      </p:pic>
      <p:pic>
        <p:nvPicPr>
          <p:cNvPr id="9010" name="Associazione Italiana di Acustica" descr="Associazione Italiana di Acustica logo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>
          <a:xfrm>
            <a:off x="20682222" y="41126503"/>
            <a:ext cx="1409206" cy="1445730"/>
          </a:xfrm>
          <a:prstGeom prst="rect">
            <a:avLst/>
          </a:prstGeom>
        </p:spPr>
      </p:pic>
      <p:pic>
        <p:nvPicPr>
          <p:cNvPr id="9011" name="AES Italia" descr="AES Italia logo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6440" t="6366" r="6480" b="6366"/>
          <a:stretch>
            <a:fillRect/>
          </a:stretch>
        </p:blipFill>
        <p:spPr>
          <a:xfrm>
            <a:off x="17299207" y="41309214"/>
            <a:ext cx="3022975" cy="1046995"/>
          </a:xfrm>
          <a:prstGeom prst="rect">
            <a:avLst/>
          </a:prstGeom>
        </p:spPr>
      </p:pic>
      <p:pic>
        <p:nvPicPr>
          <p:cNvPr id="9012" name="Universita di Bologna" descr="Universita di Bologna logo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>
          <a:xfrm>
            <a:off x="14755615" y="40967066"/>
            <a:ext cx="1750143" cy="1747094"/>
          </a:xfrm>
          <a:prstGeom prst="rect">
            <a:avLst/>
          </a:prstGeom>
        </p:spPr>
      </p:pic>
      <p:pic>
        <p:nvPicPr>
          <p:cNvPr id="9001" name="I3DA 2026" descr="I3DA 2026 logo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>
          <a:xfrm>
            <a:off x="430995" y="759547"/>
            <a:ext cx="3557938" cy="23181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2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4D82"/>
        </a:buClr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tonella.bevilacqua@unipr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xxx@xxx.com" TargetMode="External"/><Relationship Id="rId5" Type="http://schemas.openxmlformats.org/officeDocument/2006/relationships/hyperlink" Target="mailto:gtentoni@csaricerche.com" TargetMode="External"/><Relationship Id="rId4" Type="http://schemas.openxmlformats.org/officeDocument/2006/relationships/hyperlink" Target="mailto:xxx@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olo 1">
            <a:extLst>
              <a:ext uri="{FF2B5EF4-FFF2-40B4-BE49-F238E27FC236}">
                <a16:creationId xmlns:a16="http://schemas.microsoft.com/office/drawing/2014/main" id="{5A40CA26-0197-CF29-71A9-4B5EC9B20C16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920875" y="3400425"/>
            <a:ext cx="26538238" cy="146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>
              <a:lnSpc>
                <a:spcPct val="150000"/>
              </a:lnSpc>
              <a:spcBef>
                <a:spcPts val="1200"/>
              </a:spcBef>
            </a:pPr>
            <a:r>
              <a:rPr lang="en-US" altLang="en-US" sz="5400">
                <a:solidFill>
                  <a:srgbClr val="A50021"/>
                </a:solidFill>
              </a:rPr>
              <a:t>Title Here</a:t>
            </a:r>
            <a:endParaRPr lang="it-IT" altLang="en-US" sz="5400">
              <a:solidFill>
                <a:srgbClr val="3333FF"/>
              </a:solidFill>
            </a:endParaRPr>
          </a:p>
        </p:txBody>
      </p:sp>
      <p:sp>
        <p:nvSpPr>
          <p:cNvPr id="5122" name="Rectangle 6">
            <a:extLst>
              <a:ext uri="{FF2B5EF4-FFF2-40B4-BE49-F238E27FC236}">
                <a16:creationId xmlns:a16="http://schemas.microsoft.com/office/drawing/2014/main" id="{E77918CB-680A-BC7C-0AED-1EAEE472A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5980113"/>
            <a:ext cx="15030450" cy="173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TW" sz="2400" b="1" dirty="0">
                <a:ea typeface="PMingLiU" panose="02020500000000000000" pitchFamily="18" charset="-120"/>
              </a:rPr>
              <a:t>                                  </a:t>
            </a:r>
            <a:r>
              <a:rPr lang="en-US" altLang="zh-TW" sz="4800" b="1" dirty="0">
                <a:ea typeface="PMingLiU" panose="02020500000000000000" pitchFamily="18" charset="-120"/>
              </a:rPr>
              <a:t>Author</a:t>
            </a:r>
            <a:r>
              <a:rPr lang="en-US" altLang="zh-TW" sz="4800" b="1" baseline="30000" dirty="0">
                <a:ea typeface="PMingLiU" panose="02020500000000000000" pitchFamily="18" charset="-120"/>
              </a:rPr>
              <a:t>(1) </a:t>
            </a:r>
          </a:p>
          <a:p>
            <a:pPr algn="ctr">
              <a:spcBef>
                <a:spcPct val="20000"/>
              </a:spcBef>
            </a:pPr>
            <a:r>
              <a:rPr lang="en-US" altLang="zh-TW" sz="4800" dirty="0">
                <a:ea typeface="PMingLiU" panose="02020500000000000000" pitchFamily="18" charset="-120"/>
              </a:rPr>
              <a:t> Author</a:t>
            </a:r>
            <a:r>
              <a:rPr lang="en-US" altLang="zh-TW" sz="4800" b="1" baseline="30000" dirty="0">
                <a:ea typeface="PMingLiU" panose="02020500000000000000" pitchFamily="18" charset="-120"/>
              </a:rPr>
              <a:t>(2)  </a:t>
            </a:r>
            <a:r>
              <a:rPr lang="en-US" altLang="zh-TW" sz="4800" dirty="0">
                <a:ea typeface="PMingLiU" panose="02020500000000000000" pitchFamily="18" charset="-120"/>
              </a:rPr>
              <a:t>Author</a:t>
            </a:r>
            <a:r>
              <a:rPr lang="en-US" altLang="zh-TW" sz="4800" b="1" baseline="30000" dirty="0">
                <a:ea typeface="PMingLiU" panose="02020500000000000000" pitchFamily="18" charset="-120"/>
              </a:rPr>
              <a:t>(3)</a:t>
            </a:r>
            <a:endParaRPr lang="en-US" altLang="zh-TW" sz="4800" dirty="0">
              <a:ea typeface="PMingLiU" panose="02020500000000000000" pitchFamily="18" charset="-120"/>
            </a:endParaRPr>
          </a:p>
        </p:txBody>
      </p:sp>
      <p:sp>
        <p:nvSpPr>
          <p:cNvPr id="5123" name="Subtitle 2">
            <a:extLst>
              <a:ext uri="{FF2B5EF4-FFF2-40B4-BE49-F238E27FC236}">
                <a16:creationId xmlns:a16="http://schemas.microsoft.com/office/drawing/2014/main" id="{8F9727A5-DD04-2FC7-EDF1-E10E5BB8A3E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6272213" y="7820025"/>
            <a:ext cx="18651537" cy="165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z="3600" b="1" baseline="30000" dirty="0">
                <a:ea typeface="PMingLiU" panose="02020500000000000000" pitchFamily="18" charset="-120"/>
              </a:rPr>
              <a:t>(1) </a:t>
            </a:r>
            <a:r>
              <a:rPr lang="en-US" altLang="en-US" sz="3600" dirty="0"/>
              <a:t>University of xxx, Department of xxx, </a:t>
            </a:r>
            <a:r>
              <a:rPr lang="en-US" altLang="en-US" sz="3600" u="sng" dirty="0" err="1">
                <a:hlinkClick r:id="rId3"/>
              </a:rPr>
              <a:t>xxx.xxx@xxxxx.it</a:t>
            </a:r>
            <a:r>
              <a:rPr lang="en-US" altLang="en-US" sz="3600" dirty="0"/>
              <a:t> </a:t>
            </a:r>
          </a:p>
          <a:p>
            <a:r>
              <a:rPr lang="en-US" altLang="zh-TW" sz="3600" b="1" baseline="30000" dirty="0">
                <a:ea typeface="PMingLiU" panose="02020500000000000000" pitchFamily="18" charset="-120"/>
              </a:rPr>
              <a:t>(2) </a:t>
            </a:r>
            <a:r>
              <a:rPr lang="en-US" altLang="en-US" sz="3600" u="sng" dirty="0" err="1">
                <a:hlinkClick r:id="rId4"/>
              </a:rPr>
              <a:t>xxx@</a:t>
            </a:r>
            <a:r>
              <a:rPr lang="en-US" altLang="en-US" sz="3600" u="sng" dirty="0" err="1">
                <a:hlinkClick r:id="rId5"/>
              </a:rPr>
              <a:t>xxx.com</a:t>
            </a:r>
            <a:r>
              <a:rPr lang="en-US" altLang="en-US" sz="3600" dirty="0"/>
              <a:t> </a:t>
            </a:r>
            <a:r>
              <a:rPr lang="en-US" altLang="zh-TW" sz="3600" b="1" baseline="30000" dirty="0">
                <a:ea typeface="PMingLiU" panose="02020500000000000000" pitchFamily="18" charset="-120"/>
              </a:rPr>
              <a:t>(3) </a:t>
            </a:r>
            <a:r>
              <a:rPr lang="en-US" altLang="en-US" sz="3600" u="sng" dirty="0">
                <a:hlinkClick r:id="rId6"/>
              </a:rPr>
              <a:t>xxx@xxx.com</a:t>
            </a:r>
            <a:r>
              <a:rPr lang="en-US" altLang="en-US" sz="3600"/>
              <a:t> </a:t>
            </a:r>
            <a:endParaRPr lang="en-US" altLang="en-US" sz="3600" u="sng"/>
          </a:p>
          <a:p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03086a-7f53-4195-bcb6-86066cc44e85" xsi:nil="true"/>
    <lcf76f155ced4ddcb4097134ff3c332f xmlns="77e84d40-5197-4c1e-86d0-d2efdd6bf5d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9B9D0D8DF834EAA72DB980043A089" ma:contentTypeVersion="11" ma:contentTypeDescription="Create a new document." ma:contentTypeScope="" ma:versionID="2a672b07dcb225f134ac0e368f6ba51d">
  <xsd:schema xmlns:xsd="http://www.w3.org/2001/XMLSchema" xmlns:xs="http://www.w3.org/2001/XMLSchema" xmlns:p="http://schemas.microsoft.com/office/2006/metadata/properties" xmlns:ns2="77e84d40-5197-4c1e-86d0-d2efdd6bf5dc" xmlns:ns3="0903086a-7f53-4195-bcb6-86066cc44e85" targetNamespace="http://schemas.microsoft.com/office/2006/metadata/properties" ma:root="true" ma:fieldsID="efbbebb051803d35fc30dc897065e337" ns2:_="" ns3:_="">
    <xsd:import namespace="77e84d40-5197-4c1e-86d0-d2efdd6bf5dc"/>
    <xsd:import namespace="0903086a-7f53-4195-bcb6-86066cc44e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e84d40-5197-4c1e-86d0-d2efdd6bf5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77b169b-7464-4c14-89c9-ab876efcba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03086a-7f53-4195-bcb6-86066cc44e8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5ff699-7da7-4dd5-90f8-1810939b8cfd}" ma:internalName="TaxCatchAll" ma:showField="CatchAllData" ma:web="0903086a-7f53-4195-bcb6-86066cc44e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06118A-FDD4-4B7F-8B65-1CBBD0790822}">
  <ds:schemaRefs>
    <ds:schemaRef ds:uri="http://schemas.microsoft.com/office/2006/metadata/properties"/>
    <ds:schemaRef ds:uri="http://schemas.microsoft.com/office/infopath/2007/PartnerControls"/>
    <ds:schemaRef ds:uri="0903086a-7f53-4195-bcb6-86066cc44e85"/>
    <ds:schemaRef ds:uri="77e84d40-5197-4c1e-86d0-d2efdd6bf5dc"/>
  </ds:schemaRefs>
</ds:datastoreItem>
</file>

<file path=customXml/itemProps2.xml><?xml version="1.0" encoding="utf-8"?>
<ds:datastoreItem xmlns:ds="http://schemas.openxmlformats.org/officeDocument/2006/customXml" ds:itemID="{6DE5DFF6-DAD2-430F-9AC7-2B6D73E7C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e84d40-5197-4c1e-86d0-d2efdd6bf5dc"/>
    <ds:schemaRef ds:uri="0903086a-7f53-4195-bcb6-86066cc44e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EB64A3-11BA-4DF8-971D-F3B993FC02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8886</TotalTime>
  <Words>50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PMingLiU</vt:lpstr>
      <vt:lpstr>宋体</vt:lpstr>
      <vt:lpstr>Arial</vt:lpstr>
      <vt:lpstr>Minion Web</vt:lpstr>
      <vt:lpstr>Times</vt:lpstr>
      <vt:lpstr>Wingdings</vt:lpstr>
      <vt:lpstr>Struttura predefinita</vt:lpstr>
      <vt:lpstr>Title Here</vt:lpstr>
    </vt:vector>
  </TitlesOfParts>
  <Company>siwa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simon</dc:creator>
  <cp:lastModifiedBy>Jakoba van Tonder</cp:lastModifiedBy>
  <cp:revision>855</cp:revision>
  <cp:lastPrinted>2015-03-11T07:51:34Z</cp:lastPrinted>
  <dcterms:created xsi:type="dcterms:W3CDTF">2003-06-16T09:31:13Z</dcterms:created>
  <dcterms:modified xsi:type="dcterms:W3CDTF">2026-09-25T08:22:06Z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0x0101002639B9D0D8DF834EAA72DB980043A089</vt:lpwstr>
  </property>
</Properties>
</file>